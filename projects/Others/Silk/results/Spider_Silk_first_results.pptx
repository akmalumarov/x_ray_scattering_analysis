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Авокадо и лаймы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3" name="Автор и дата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Тарелка с рублеными котлетами из лосося, салатом и хумусом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4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1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Тарелка пасты папарделле с зелёным маслом из петрушки, жареным фундуком и стружкой сыра пармезан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7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аздела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10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Заголовок повестки дня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109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110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Уровень текста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Уровень текста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Авторство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Авторство</a:t>
            </a:r>
          </a:p>
        </p:txBody>
      </p:sp>
      <p:sp>
        <p:nvSpPr>
          <p:cNvPr id="136" name="Уровень текста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Миска салата с жареным рисом, варёными яйцами и палочками для еды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Тарелка с рублеными котлетами из лосося, салатом и хумусом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Тарелка пасты папарделле с зелёным маслом из петрушки, жареным фундуком и стружкой сыра пармезан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миска салата с жареным рисом, варёными яйцами и палочками для еды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30.11.2025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30.11.2025 </a:t>
            </a:r>
          </a:p>
        </p:txBody>
      </p:sp>
      <p:sp>
        <p:nvSpPr>
          <p:cNvPr id="172" name="Spider silk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Spider silk </a:t>
            </a:r>
          </a:p>
        </p:txBody>
      </p:sp>
      <p:sp>
        <p:nvSpPr>
          <p:cNvPr id="173" name="X-Ray Scattering Experiments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X-Ray Scattering Experiments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tretching Experim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Stretching Experiments </a:t>
            </a:r>
          </a:p>
        </p:txBody>
      </p:sp>
      <p:sp>
        <p:nvSpPr>
          <p:cNvPr id="176" name="All experiments in the folder"/>
          <p:cNvSpPr txBox="1"/>
          <p:nvPr>
            <p:ph type="body" idx="21"/>
          </p:nvPr>
        </p:nvSpPr>
        <p:spPr>
          <a:xfrm>
            <a:off x="11885130" y="2871298"/>
            <a:ext cx="11596322" cy="19340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All experiments in the folder </a:t>
            </a:r>
          </a:p>
        </p:txBody>
      </p:sp>
      <p:pic>
        <p:nvPicPr>
          <p:cNvPr id="177" name="All_experiments_1D.png" descr="All_experiments_1D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4029" y="2720798"/>
            <a:ext cx="10787250" cy="10314751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LAB6"/>
          <p:cNvSpPr txBox="1"/>
          <p:nvPr/>
        </p:nvSpPr>
        <p:spPr>
          <a:xfrm>
            <a:off x="8999409" y="3934290"/>
            <a:ext cx="2025148" cy="122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sz="4600">
                <a:solidFill>
                  <a:srgbClr val="3B75AF"/>
                </a:solidFill>
              </a:defRPr>
            </a:lvl1pPr>
          </a:lstStyle>
          <a:p>
            <a:pPr/>
            <a:r>
              <a:t>LAB6</a:t>
            </a:r>
          </a:p>
        </p:txBody>
      </p:sp>
      <p:sp>
        <p:nvSpPr>
          <p:cNvPr id="179" name="Cellulose?"/>
          <p:cNvSpPr txBox="1"/>
          <p:nvPr/>
        </p:nvSpPr>
        <p:spPr>
          <a:xfrm>
            <a:off x="4427526" y="5762980"/>
            <a:ext cx="2639580" cy="1226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767715">
              <a:lnSpc>
                <a:spcPct val="100000"/>
              </a:lnSpc>
              <a:spcBef>
                <a:spcPts val="0"/>
              </a:spcBef>
              <a:defRPr sz="4278">
                <a:solidFill>
                  <a:srgbClr val="8D69B8"/>
                </a:solidFill>
              </a:defRPr>
            </a:lvl1pPr>
          </a:lstStyle>
          <a:p>
            <a:pPr/>
            <a:r>
              <a:t>Cellulose? </a:t>
            </a:r>
          </a:p>
        </p:txBody>
      </p:sp>
      <p:sp>
        <p:nvSpPr>
          <p:cNvPr id="180" name="Silk?"/>
          <p:cNvSpPr txBox="1"/>
          <p:nvPr/>
        </p:nvSpPr>
        <p:spPr>
          <a:xfrm>
            <a:off x="3309597" y="8481875"/>
            <a:ext cx="2639580" cy="1226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sz="4600">
                <a:solidFill>
                  <a:srgbClr val="EF8636"/>
                </a:solidFill>
              </a:defRPr>
            </a:lvl1pPr>
          </a:lstStyle>
          <a:p>
            <a:pPr/>
            <a:r>
              <a:t>Silk?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tretching Experim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Stretching Experiments </a:t>
            </a:r>
          </a:p>
        </p:txBody>
      </p:sp>
      <p:pic>
        <p:nvPicPr>
          <p:cNvPr id="183" name="Silk_bis_2mm_2D_plot.png" descr="Silk_bis_2mm_2D_plo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127242" y="4798583"/>
            <a:ext cx="8169005" cy="6967915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cellulose?"/>
          <p:cNvSpPr txBox="1"/>
          <p:nvPr/>
        </p:nvSpPr>
        <p:spPr>
          <a:xfrm>
            <a:off x="12413583" y="3904956"/>
            <a:ext cx="11596322" cy="1934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cellulose?</a:t>
            </a:r>
          </a:p>
        </p:txBody>
      </p:sp>
      <p:pic>
        <p:nvPicPr>
          <p:cNvPr id="185" name="Silk_RT.png" descr="Silk_RT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70780" y="4800292"/>
            <a:ext cx="8169006" cy="6967915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Silk?"/>
          <p:cNvSpPr txBox="1"/>
          <p:nvPr/>
        </p:nvSpPr>
        <p:spPr>
          <a:xfrm>
            <a:off x="857123" y="3906664"/>
            <a:ext cx="11596322" cy="1934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Silk?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